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48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IP.SUEDEAI.AI · PUBLIC PROVENANCE REGISTRY · BASE + AVALANCHE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9692640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music, on the record.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70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a file, sign a creator claim, add your contributors, and file a public timestamp on Base and Avalanche mainnet. Two minutes. About a cent in gas. A receipt built to last.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2434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IP.SUEDEAI.AI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94015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 got cheap. Ownership didn't scale.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drove the cost of making songs, images and video toward zero. Copyright protects ownership after distribution; AI-era media moves faster than that. When a track is trained on, remixed or claimed by someone else, a creator's word is all they have.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07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cent in gas to file a public record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4507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a claim anyone can verify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828800"/>
            <a:ext cx="4434840" cy="2980944"/>
          </a:xfrm>
          <a:prstGeom prst="roundRect">
            <a:avLst>
              <a:gd name="adj" fmla="val 3681"/>
            </a:avLst>
          </a:prstGeom>
          <a:solidFill>
            <a:srgbClr val="070E1A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06640" y="19933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QUESTIONS A FILE CANNOT ANSWER TODAY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06640" y="2331720"/>
            <a:ext cx="38862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423160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this?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44050" y="2423160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unprovable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916936"/>
            <a:ext cx="38862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008376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44050" y="3008376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dated record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3502152"/>
            <a:ext cx="38862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3593592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paid?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544050" y="3593592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contributor record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4087368"/>
            <a:ext cx="38862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4178808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 model train on it?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44050" y="4178808"/>
            <a:ext cx="1748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consent on file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5029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has to be machine-readable, upstream, and portable across humans and agents.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A RECORD CONTAINS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facts, signed, timestamped, public.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56434" cy="2514600"/>
          </a:xfrm>
          <a:prstGeom prst="roundRect">
            <a:avLst>
              <a:gd name="adj" fmla="val 4364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08483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9572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Wallet-signed creator claim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019552"/>
            <a:ext cx="204437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signs the claim from their own wallet. No custodian speaks for them.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5114" y="1828800"/>
            <a:ext cx="2556434" cy="2514600"/>
          </a:xfrm>
          <a:prstGeom prst="roundRect">
            <a:avLst>
              <a:gd name="adj" fmla="val 4364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81146" y="208483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681146" y="239572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Exact-file fingerprint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1146" y="3019552"/>
            <a:ext cx="204437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 hash of the exact file. Change one sample and the fingerprint changes.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0148" y="1828800"/>
            <a:ext cx="2556434" cy="2514600"/>
          </a:xfrm>
          <a:prstGeom prst="roundRect">
            <a:avLst>
              <a:gd name="adj" fmla="val 4364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66180" y="208483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CONTRIBUTORS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466180" y="239572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Contributor record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6180" y="3019552"/>
            <a:ext cx="204437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Co-writers, producers and performers on the record with their splits, before the money exists.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95181" y="1828800"/>
            <a:ext cx="2556434" cy="2514600"/>
          </a:xfrm>
          <a:prstGeom prst="roundRect">
            <a:avLst>
              <a:gd name="adj" fmla="val 4364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51213" y="208483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251213" y="239572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timestamp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51213" y="3019552"/>
            <a:ext cx="2044370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on Base and Avalanche mainnet. Dated evidence anyone can check without asking Suede.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10911535" cy="0"/>
          </a:xfrm>
          <a:prstGeom prst="line">
            <a:avLst/>
          </a:prstGeom>
          <a:noFill/>
          <a:ln w="9525">
            <a:solidFill>
              <a:srgbClr val="2434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terms travel with the record: a registered work can state whether AI training is permitted, so an authorized use pays and an unauthorized one meets a public record instead of a creator's word.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HOW IT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minutes, then the claim is public.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231136"/>
            <a:ext cx="10362895" cy="0"/>
          </a:xfrm>
          <a:prstGeom prst="line">
            <a:avLst/>
          </a:prstGeom>
          <a:noFill/>
          <a:ln w="9525">
            <a:solidFill>
              <a:srgbClr val="2434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518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file. The exact-file fingerprint is computed; the file itself is not the record.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7251" y="201168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7251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77251" y="261518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77251" y="30175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creator claim from your wallet. No crypto knowledge required beyond one signature.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14422" y="201168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4422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14422" y="261518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14422" y="30175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contributors and their splits. Attach consent terms for AI training.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51593" y="201168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593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51593" y="261518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51593" y="30175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lands on Base and Avalanche mainnet for about a cent in gas.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88764" y="201168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8764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88764" y="261518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88764" y="30175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receipt, an explore page and a permanent record URL for every work.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70E1A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873752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SESSION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0" y="5212080"/>
            <a:ext cx="10362895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303520"/>
            <a:ext cx="61262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register acapella-take3.wav --facet voice --consent no-training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32137" y="5303520"/>
            <a:ext cx="4145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· sealed sd_2b4f · consent terms attached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WHAT THE REGISTRY IS, AND IS NOT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 record. Not a copyright office.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18608" cy="3931920"/>
          </a:xfrm>
          <a:prstGeom prst="roundRect">
            <a:avLst>
              <a:gd name="adj" fmla="val 2791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IS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47699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dated evidence of authorship and contribution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Machine-readable: agents and platforms can verify it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Chain-native on Base and Avalanche, verifiable by anyone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consent terms for AI training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cent to file, and yours to keep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1874520"/>
            <a:ext cx="5318608" cy="3931920"/>
          </a:xfrm>
          <a:prstGeom prst="roundRect">
            <a:avLst>
              <a:gd name="adj" fmla="val 2791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07328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4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IS NOT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2468880"/>
            <a:ext cx="47699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copyright registration with a government office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of your files; only the fingerprint is on record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deal, a distributor or a publishing administrator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to understand crypto or hold tokens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about what a court will decide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 ip.suedeai.ai/docs/what-is-the-registry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THE WHOLE LIKENESS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Voice, face, name and the work, on the record.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model can reproduce a face from a press kit and a voice from one verse. That makes identity a commercial surface. Suede treats the whole likeness as catalog: the reference works an identity travels through enter the registry with dated proof and machine-readable consent terms.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96112" y="4005072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365498"/>
            <a:ext cx="2185416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cappellas, demo vocals, isolated stems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8728" y="374904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94760" y="4005072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365498"/>
            <a:ext cx="2185416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photos, album art, portrait sets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6112" y="5330952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and persona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691378"/>
            <a:ext cx="2185416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names, aliases, the performed character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38728" y="50749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794760" y="5330952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 itself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5691378"/>
            <a:ext cx="2185416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tracks, stems, artwork, video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828800"/>
            <a:ext cx="4800600" cy="3054096"/>
          </a:xfrm>
          <a:prstGeom prst="roundRect">
            <a:avLst>
              <a:gd name="adj" fmla="val 3593"/>
            </a:avLst>
          </a:prstGeom>
          <a:solidFill>
            <a:srgbClr val="070E1A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40880" y="199339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REGISTRY · EXAMPLE SESSION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40880" y="2331720"/>
            <a:ext cx="42519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2423160"/>
            <a:ext cx="2544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presskit/ --facet face --license commercial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77095" y="2423160"/>
            <a:ext cx="16157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works sealed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2935224"/>
            <a:ext cx="42519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3026664"/>
            <a:ext cx="2544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acapella-take3.wav --facet voice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77095" y="3026664"/>
            <a:ext cx="16157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consent: no-training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40880" y="3538728"/>
            <a:ext cx="42519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3630168"/>
            <a:ext cx="2544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suspect-clip.mp4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77095" y="3630168"/>
            <a:ext cx="16157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CONSENT ON RECORD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40880" y="4142232"/>
            <a:ext cx="42519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4233672"/>
            <a:ext cx="2544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evidence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677095" y="4233672"/>
            <a:ext cx="16157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sd_2b4f + 12 works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5074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authorized use pays. An unauthorized one meets a public record.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ON CHAIN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rights stack underneath the registry.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16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works on record: 14 on Base, 3 on Avalanche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874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816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pages: docs, articles and record pages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874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816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mainnets, one record format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911535" cy="0"/>
          </a:xfrm>
          <a:prstGeom prst="line">
            <a:avLst/>
          </a:prstGeom>
          <a:noFill/>
          <a:ln w="9525">
            <a:solidFill>
              <a:srgbClr val="243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931920"/>
            <a:ext cx="3300984" cy="658368"/>
          </a:xfrm>
          <a:prstGeom prst="roundRect">
            <a:avLst>
              <a:gd name="adj" fmla="val 11111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31920"/>
            <a:ext cx="3300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registry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05656" y="3931920"/>
            <a:ext cx="3300984" cy="658368"/>
          </a:xfrm>
          <a:prstGeom prst="roundRect">
            <a:avLst>
              <a:gd name="adj" fmla="val 11111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05656" y="3931920"/>
            <a:ext cx="3300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templates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3300984" cy="658368"/>
          </a:xfrm>
          <a:prstGeom prst="roundRect">
            <a:avLst>
              <a:gd name="adj" fmla="val 11111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754880"/>
            <a:ext cx="3300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05656" y="4754880"/>
            <a:ext cx="3300984" cy="658368"/>
          </a:xfrm>
          <a:prstGeom prst="roundRect">
            <a:avLst>
              <a:gd name="adj" fmla="val 11111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05656" y="4754880"/>
            <a:ext cx="3300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distribution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0" y="3931920"/>
            <a:ext cx="3886200" cy="2066544"/>
          </a:xfrm>
          <a:prstGeom prst="roundRect">
            <a:avLst>
              <a:gd name="adj" fmla="val 5310"/>
            </a:avLst>
          </a:prstGeom>
          <a:solidFill>
            <a:srgbClr val="070E1A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955280" y="40965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55280" y="4434840"/>
            <a:ext cx="33375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4526280"/>
            <a:ext cx="1577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provisional application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624060" y="45262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63/947,120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55280" y="4910328"/>
            <a:ext cx="33375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5001768"/>
            <a:ext cx="1577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24060" y="5001768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github.com/Suede-AI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55280" y="5385816"/>
            <a:ext cx="333756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5477256"/>
            <a:ext cx="1577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asset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624060" y="5477256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 on Base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6692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smart contracts for an IP registry, licensing templates, derivatives and royalty distribution. Every contract and transaction is public and verifiable on mainnet.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WHERE IT SITS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stages. One spine. This is the wedge.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56434" cy="2377440"/>
          </a:xfrm>
          <a:prstGeom prst="roundRect">
            <a:avLst>
              <a:gd name="adj" fmla="val 4615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762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679192"/>
            <a:ext cx="204437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070606"/>
            <a:ext cx="2044370" cy="102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lowers the cost of making media of every kind. Suede Create, Studio Music, the iOS 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5114" y="1920240"/>
            <a:ext cx="2556434" cy="2377440"/>
          </a:xfrm>
          <a:prstGeom prst="roundRect">
            <a:avLst>
              <a:gd name="adj" fmla="val 4615"/>
            </a:avLst>
          </a:prstGeom>
          <a:solidFill>
            <a:srgbClr val="0F2A38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1146" y="21762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81146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81146" y="2679192"/>
            <a:ext cx="204437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81146" y="3070606"/>
            <a:ext cx="2044370" cy="102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Authorship, voice, likeness, consent and rights travel with the work. The IP Registry.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0148" y="1920240"/>
            <a:ext cx="2556434" cy="2377440"/>
          </a:xfrm>
          <a:prstGeom prst="roundRect">
            <a:avLst>
              <a:gd name="adj" fmla="val 4615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6180" y="21762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618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66180" y="2679192"/>
            <a:ext cx="204437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66180" y="3070606"/>
            <a:ext cx="2044370" cy="102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funding, audience and ownership participation. Distro, vaults, launchpad.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5181" y="1920240"/>
            <a:ext cx="2556434" cy="2377440"/>
          </a:xfrm>
          <a:prstGeom prst="roundRect">
            <a:avLst>
              <a:gd name="adj" fmla="val 4615"/>
            </a:avLst>
          </a:prstGeom>
          <a:solidFill>
            <a:srgbClr val="0F1A2C"/>
          </a:solidFill>
          <a:ln w="9525">
            <a:solidFill>
              <a:srgbClr val="24344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51213" y="21762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51213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251213" y="2679192"/>
            <a:ext cx="2044370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51213" y="3070606"/>
            <a:ext cx="2044370" cy="102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royalties and agent commerce turn output into income. x402, ACP, USDC.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25114" y="4389120"/>
            <a:ext cx="2556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Suede's wedge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settles against the proof layer. A licence, a royalty split or an agent's per-call payment all point back at a record that says who made the work and on what terms.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IP REGISTRY · IP.SUEDEAI.AI · PUBLIC PROVENANCE ON BASE AND AVALANCHE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WHO FILES A RECORD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5156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whose work can be trained on, remixed or monetized without them.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artists and producers with a catalog and no paper trail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Co-writers who want the split on record before the money exists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Vocalists and performers whose voice and face are now reproducible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and agents that need machine-readable rights before they use a file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0" y="2240280"/>
            <a:ext cx="4892040" cy="3017520"/>
          </a:xfrm>
          <a:prstGeom prst="roundRect">
            <a:avLst>
              <a:gd name="adj" fmla="val 3636"/>
            </a:avLst>
          </a:prstGeom>
          <a:solidFill>
            <a:srgbClr val="070E1A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0" y="24048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ON THE SITE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0" y="2743200"/>
            <a:ext cx="43434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834640"/>
            <a:ext cx="31661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IP basics for independent artists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206990" y="2834640"/>
            <a:ext cx="10858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3218688"/>
            <a:ext cx="43434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3310128"/>
            <a:ext cx="31661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in the AI era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206990" y="3310128"/>
            <a:ext cx="10858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3694176"/>
            <a:ext cx="43434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3785616"/>
            <a:ext cx="31661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your catalog metadata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206990" y="3785616"/>
            <a:ext cx="10858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4169664"/>
            <a:ext cx="43434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4261104"/>
            <a:ext cx="31661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rights mistakes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206990" y="4261104"/>
            <a:ext cx="10858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4645152"/>
            <a:ext cx="434340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4736592"/>
            <a:ext cx="31661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registry is (and is not)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206990" y="4736592"/>
            <a:ext cx="10858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92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 understand crypto? No. Is this a copyright registration? No. Both answers are on the homepage FAQ, in plain language.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THE FIRST RECORD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86000"/>
            <a:ext cx="6035040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minutes. About a cent. A receipt built to last.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0260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4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work, add your contributors, and hand every platform and agent a public answer to who made 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71055" y="2011680"/>
            <a:ext cx="4480560" cy="2761488"/>
          </a:xfrm>
          <a:prstGeom prst="roundRect">
            <a:avLst>
              <a:gd name="adj" fmla="val 3974"/>
            </a:avLst>
          </a:prstGeom>
          <a:solidFill>
            <a:srgbClr val="070E1A"/>
          </a:solidFill>
          <a:ln w="9525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45375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LINE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45375" y="2514600"/>
            <a:ext cx="393192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45375" y="2606040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60866" y="2606040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ip.suedeai.ai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45375" y="3044952"/>
            <a:ext cx="393192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45375" y="3136392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records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60866" y="3136392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/explore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45375" y="3575304"/>
            <a:ext cx="393192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45375" y="3666744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60866" y="3666744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45375" y="4105656"/>
            <a:ext cx="3931920" cy="0"/>
          </a:xfrm>
          <a:prstGeom prst="line">
            <a:avLst/>
          </a:prstGeom>
          <a:noFill/>
          <a:ln w="9525">
            <a:solidFill>
              <a:srgbClr val="1E2D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5375" y="4197096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60866" y="4197096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suedeai.ai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2434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IP.SUEDEAI.AI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065215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spc="100" kern="0" dirty="0">
                <a:solidFill>
                  <a:srgbClr val="B4C0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Jason Colapietro, Founder &amp; CEO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Suede Labs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Suede IP Registry — Your music, on the record</dc:title>
  <dc:subject>PptxGenJS Presentation</dc:subject>
  <dc:creator>Suede Labs AI</dc:creator>
  <cp:lastModifiedBy>Suede Labs AI</cp:lastModifiedBy>
  <cp:revision>1</cp:revision>
  <dcterms:created xsi:type="dcterms:W3CDTF">2026-09-09T01:41:12Z</dcterms:created>
  <dcterms:modified xsi:type="dcterms:W3CDTF">2026-09-09T01:41:12Z</dcterms:modified>
</cp:coreProperties>
</file>