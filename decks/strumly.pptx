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STRUMLY.SUEDEAI.AI · AI GUITAR COACH · SIGNAL-CHAIN GUIDES · MUSIC API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9692640" cy="145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guitar coach that remembers your last session.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80104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chord feedback, practice drills and ear training, 24/7. Free during early access. Pro at $19.99 a month for full practice history.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3A2D2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STRUMLY.SUEDEAI.AI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94015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without feedback is just repetition.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84778" cy="2468880"/>
          </a:xfrm>
          <a:prstGeom prst="roundRect">
            <a:avLst>
              <a:gd name="adj" fmla="val 4444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084832"/>
            <a:ext cx="347472" cy="34747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87752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is listening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979166"/>
            <a:ext cx="2972714" cy="111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play the chord. Nobody tells you the B string was muted or the change came in late. YouTube cannot hear you.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3458" y="1828800"/>
            <a:ext cx="3484778" cy="2468880"/>
          </a:xfrm>
          <a:prstGeom prst="roundRect">
            <a:avLst>
              <a:gd name="adj" fmla="val 4444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9490" y="2084832"/>
            <a:ext cx="347472" cy="34747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949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2587752"/>
            <a:ext cx="2972714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lesson forgets you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09490" y="3242564"/>
            <a:ext cx="2972714" cy="85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reset to the same beginner path. A teacher remembers where you left off. Software never did, until now.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6837" y="1828800"/>
            <a:ext cx="3484778" cy="2468880"/>
          </a:xfrm>
          <a:prstGeom prst="roundRect">
            <a:avLst>
              <a:gd name="adj" fmla="val 4444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2869" y="2084832"/>
            <a:ext cx="347472" cy="34747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2869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322869" y="2587752"/>
            <a:ext cx="2972714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tone knowledge is scattered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22869" y="3242564"/>
            <a:ext cx="2972714" cy="85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Pickups, cables, amps and speakers explained across forums, videos and half a book. The signal chain deserves one place.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Strumly is the coach, the toolkit, the book and the guides in one app, built by a guitarist who spent two decades chasing tone before building rights infrastructure.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IT IS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5156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Coach, toolkit, book, guides, API. One app.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4963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07208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guitar coach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167634"/>
            <a:ext cx="2185416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chord feedback, practice drills and ear training. It remembers your last session and picks up from there.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38728" y="22402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94760" y="24963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TOOLKIT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807208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toolkit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167634"/>
            <a:ext cx="2185416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Tuner, chord and scale references, timing tools. Free, in the browser.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6112" y="42793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590288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Chain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950714"/>
            <a:ext cx="2185416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history of guitar amplifiers, effects and the pursuit of electric tone. 66 chapters, 111 lessons.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38728" y="40233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794760" y="42793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4590288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guides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4950714"/>
            <a:ext cx="2185416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signal chain and rights, including the eight migrated signal-chain guides at /guides.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2240280"/>
            <a:ext cx="4892040" cy="3493008"/>
          </a:xfrm>
          <a:prstGeom prst="roundRect">
            <a:avLst>
              <a:gd name="adj" fmla="val 3141"/>
            </a:avLst>
          </a:prstGeom>
          <a:solidFill>
            <a:srgbClr val="0E0A08"/>
          </a:solidFill>
          <a:ln w="9525">
            <a:solidFill>
              <a:srgbClr val="33271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949440" y="24048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MAP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49440" y="2743200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283464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513064" y="2834640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/path · the practice path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3218688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31012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513064" y="331012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/guides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3694176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0" y="378561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513064" y="3785616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guitar.solutions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4169664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426110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513064" y="426110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/agents · /developers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4645152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0" y="473659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513064" y="473659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/openapi.json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5120640"/>
            <a:ext cx="434340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49440" y="521208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513064" y="5212080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/pricing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 SESSION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5156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Play. Get feedback. Drill. Come back.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596896"/>
            <a:ext cx="10362895" cy="0"/>
          </a:xfrm>
          <a:prstGeom prst="line">
            <a:avLst/>
          </a:prstGeom>
          <a:noFill/>
          <a:ln w="9525">
            <a:solidFill>
              <a:srgbClr val="3A2D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438912" cy="43891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8094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252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chord, a change or a riff. The coach listens in real time through the browser.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6544" y="2377440"/>
            <a:ext cx="438912" cy="43891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6544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36544" y="298094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36544" y="3383280"/>
            <a:ext cx="252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strings rang, which were muted, whether the change landed on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3008" y="2377440"/>
            <a:ext cx="438912" cy="43891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008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298094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3383280"/>
            <a:ext cx="252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drill built for the weakness it just heard, plus ear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9471" y="2377440"/>
            <a:ext cx="438912" cy="438912"/>
          </a:xfrm>
          <a:prstGeom prst="ellipse">
            <a:avLst/>
          </a:prstGeom>
          <a:solidFill>
            <a:srgbClr val="F1C75B"/>
          </a:solidFill>
          <a:ln w="12700">
            <a:solidFill>
              <a:srgbClr val="F1C7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29471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29471" y="298094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29471" y="3383280"/>
            <a:ext cx="252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is saved. Next time, the coach starts where you left off.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9525">
            <a:solidFill>
              <a:srgbClr val="3A2D2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257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keeps the full practice history across sessions. Free keeps the coach.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WHERE STRUMLY SITS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hosts, three properties, one owner per job.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583680" cy="3291840"/>
          </a:xfrm>
          <a:prstGeom prst="roundRect">
            <a:avLst>
              <a:gd name="adj" fmla="val 3333"/>
            </a:avLst>
          </a:prstGeom>
          <a:solidFill>
            <a:srgbClr val="0E0A08"/>
          </a:solidFill>
          <a:ln w="9525">
            <a:solidFill>
              <a:srgbClr val="33271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9339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 MAP · SEPTEMBER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603504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4231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strumly.suedeai.ai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28416" y="2423160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 · toolkit · book · guides · agent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603504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95351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guitar.solutions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2953512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book's front door, inside Strumly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392424"/>
            <a:ext cx="603504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48386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guitarhub.org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3483864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 lessons, curriculum, practice planning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922776"/>
            <a:ext cx="603504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01421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guitarchords.info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4014216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chord library, scales, tuner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4453128"/>
            <a:ext cx="603504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54456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guitar.services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4544568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of Jason's guitar work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87452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Strumly's practice path is the path with the AI coach. Its beginner and routine guides hand readers to GuitarHub for lessons and a schedule, and GuitarHub sends players back for the coach. No two properties chase the same query.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2062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guides that lived at guides.guitar.solutions now resolve to Strumly with slug-preserving redirects.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SIGNAL CHAIN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Pickups, cables, amp, speaker. And then the royalty.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edition of The Signal Chain lives at guitar.solutions: the full history of guitar amplifiers, effects and the pursuit of electric tone, with a music IP rights chapter no other guitar book includes. Standard, Deluxe and Workbook editions.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4370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rigs archived at Suede DNA, from 390 artists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828800"/>
            <a:ext cx="4800600" cy="3017520"/>
          </a:xfrm>
          <a:prstGeom prst="roundRect">
            <a:avLst>
              <a:gd name="adj" fmla="val 3636"/>
            </a:avLst>
          </a:prstGeom>
          <a:solidFill>
            <a:srgbClr val="0E0A08"/>
          </a:solidFill>
          <a:ln w="9525">
            <a:solidFill>
              <a:srgbClr val="33271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40880" y="19933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CATEGORIES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40880" y="2331720"/>
            <a:ext cx="425196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2423160"/>
            <a:ext cx="2884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chain topology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017252" y="2423160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2807208"/>
            <a:ext cx="425196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2898648"/>
            <a:ext cx="2884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and dynamics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17252" y="2898648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3282696"/>
            <a:ext cx="425196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3374136"/>
            <a:ext cx="2884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017252" y="3374136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3758184"/>
            <a:ext cx="425196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3849624"/>
            <a:ext cx="2884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017252" y="3849624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4233672"/>
            <a:ext cx="425196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4325112"/>
            <a:ext cx="2884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Rights: owning your own music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017252" y="4325112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signal chain doesn't end at the speaker. It ends when the royalty clears."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FOR AGENTS AND DEVELOPERS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pay-per-call music API, in USDC or by card.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Strumly exposes its music tools to autonomous agents through x402 and Stripe. An agent reads the OpenAPI contract, pays per call, and gets the result; a developer does the same with a card. The endpoints are listed alongside the Suede music and video API in the awesome-x402 repository.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843784" cy="621792"/>
          </a:xfrm>
          <a:prstGeom prst="roundRect">
            <a:avLst>
              <a:gd name="adj" fmla="val 11765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49040"/>
            <a:ext cx="2843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· USDC on 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48456" y="3749040"/>
            <a:ext cx="2843784" cy="621792"/>
          </a:xfrm>
          <a:prstGeom prst="roundRect">
            <a:avLst>
              <a:gd name="adj" fmla="val 11765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8456" y="3749040"/>
            <a:ext cx="2843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card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2843784" cy="621792"/>
          </a:xfrm>
          <a:prstGeom prst="roundRect">
            <a:avLst>
              <a:gd name="adj" fmla="val 11765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535424"/>
            <a:ext cx="2843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contract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48456" y="4535424"/>
            <a:ext cx="2843784" cy="621792"/>
          </a:xfrm>
          <a:prstGeom prst="roundRect">
            <a:avLst>
              <a:gd name="adj" fmla="val 11765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48456" y="4535424"/>
            <a:ext cx="2843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MCP-ready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4709160" cy="2761488"/>
          </a:xfrm>
          <a:prstGeom prst="roundRect">
            <a:avLst>
              <a:gd name="adj" fmla="val 3974"/>
            </a:avLst>
          </a:prstGeom>
          <a:solidFill>
            <a:srgbClr val="0E0A08"/>
          </a:solidFill>
          <a:ln w="9525">
            <a:solidFill>
              <a:srgbClr val="33271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0" y="19933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 SURFACE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0" y="2331720"/>
            <a:ext cx="41605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2423160"/>
            <a:ext cx="1655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79738" y="2423160"/>
            <a:ext cx="24131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an agent can buy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2862072"/>
            <a:ext cx="41605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2953512"/>
            <a:ext cx="1655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/developers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79738" y="2953512"/>
            <a:ext cx="24131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guide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3392424"/>
            <a:ext cx="41605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3483864"/>
            <a:ext cx="1655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/openapi.json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79738" y="3483864"/>
            <a:ext cx="24131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contract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3922776"/>
            <a:ext cx="41605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4014216"/>
            <a:ext cx="1655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79738" y="4014216"/>
            <a:ext cx="24131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call · no account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 · STRUMLY.SUEDEAI.AI · THE GUITAR COACH THAT REMEMBERS YOUR LAST SESSION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PRICING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in early access. Pro for the history.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18608" cy="3566160"/>
          </a:xfrm>
          <a:prstGeom prst="roundRect">
            <a:avLst>
              <a:gd name="adj" fmla="val 3077"/>
            </a:avLst>
          </a:prstGeom>
          <a:solidFill>
            <a:srgbClr val="1C1512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· EARLY ACCESS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37560"/>
            <a:ext cx="476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coach with real-time chord feedback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drills and ear training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toolkit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twenty guides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5318608" cy="3566160"/>
          </a:xfrm>
          <a:prstGeom prst="roundRect">
            <a:avLst>
              <a:gd name="adj" fmla="val 3077"/>
            </a:avLst>
          </a:prstGeom>
          <a:solidFill>
            <a:srgbClr val="24170F"/>
          </a:solidFill>
          <a:ln w="9525">
            <a:solidFill>
              <a:srgbClr val="3A2D2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7328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$19.99 / month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3337560"/>
            <a:ext cx="476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 history across sessions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that remembers everything you played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Signal Chain complete edition is sold separately at guitar.solutions.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UP WHERE YOU LEFT OFF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6035040" cy="117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something. The coach is listening.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32784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Strumly in the browser, play a chord, and get the first piece of feedback in under a minute.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71055" y="2011680"/>
            <a:ext cx="4480560" cy="2761488"/>
          </a:xfrm>
          <a:prstGeom prst="roundRect">
            <a:avLst>
              <a:gd name="adj" fmla="val 3974"/>
            </a:avLst>
          </a:prstGeom>
          <a:solidFill>
            <a:srgbClr val="0E0A08"/>
          </a:solidFill>
          <a:ln w="9525">
            <a:solidFill>
              <a:srgbClr val="33271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45375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LINE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5375" y="2514600"/>
            <a:ext cx="39319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45375" y="26060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60866" y="2606040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strumly.suedeai.ai/path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45375" y="3044952"/>
            <a:ext cx="39319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45375" y="3136392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0866" y="3136392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/guides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5375" y="3575304"/>
            <a:ext cx="39319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5375" y="3666744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60866" y="3666744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guitar.solutions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5375" y="4105656"/>
            <a:ext cx="3931920" cy="0"/>
          </a:xfrm>
          <a:prstGeom prst="line">
            <a:avLst/>
          </a:prstGeom>
          <a:noFill/>
          <a:ln w="9525">
            <a:solidFill>
              <a:srgbClr val="33271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5375" y="4197096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60866" y="4197096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3A2D2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F1C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STRUMLY.SUEDEAI.AI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065215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100" kern="0" dirty="0">
                <a:solidFill>
                  <a:srgbClr val="D2C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Jason Colapietro, Founder &amp; CEO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Suede Labs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Strumly — your 24/7 guitar coach</dc:title>
  <dc:subject>PptxGenJS Presentation</dc:subject>
  <dc:creator>Suede Labs AI</dc:creator>
  <cp:lastModifiedBy>Suede Labs AI</cp:lastModifiedBy>
  <cp:revision>1</cp:revision>
  <dcterms:created xsi:type="dcterms:W3CDTF">2026-09-09T01:41:12Z</dcterms:created>
  <dcterms:modified xsi:type="dcterms:W3CDTF">2026-09-09T01:41:12Z</dcterms:modified>
</cp:coreProperties>
</file>