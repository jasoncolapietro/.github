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AF4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AF4F0"/>
                </a:solidFill>
                <a:latin typeface="Arial"/>
              </a:rPr>
              <a:t>What artists type into Google (US, monthly)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 monthly searches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4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music distribution service</c:v>
                  </c:pt>
                  <c:pt idx="1">
                    <c:v>distrokid alternative</c:v>
                  </c:pt>
                  <c:pt idx="2">
                    <c:v>free music distribution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8100</c:v>
                </c:pt>
                <c:pt idx="1">
                  <c:v>390</c:v>
                </c:pt>
                <c:pt idx="2">
                  <c:v>4400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4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9CC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0"/>
        </c:scaling>
        <c:delete val="0"/>
        <c:axPos val="b"/>
        <c:majorGridlines>
          <c:spPr>
            <a:ln w="6350" cap="flat">
              <a:solidFill>
                <a:srgbClr val="2440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95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110E"/>
        </a:solidFill>
        <a:ln>
          <a:noFill/>
        </a:ln>
        <a:effectLst/>
      </c:spPr>
    </c:plotArea>
    <c:plotVisOnly val="1"/>
    <c:dispBlanksAs val="span"/>
  </c:chart>
  <c:spPr>
    <a:solidFill>
      <a:srgbClr val="06110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48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DISTRO.SUEDEAI.AI · MUSIC DISTRIBUTION · SPOTIFY, APPLE MUSIC AND 100+ DSPS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9692640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music distribution, $7.99 a month.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70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Release-readiness planning and delivery coordination to Spotify, Apple Music and 100+ stores through supported distribution partners, with royalty-aware splits. Own the master. Keep the royalties.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2440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DISTRO.SUEDEAI.AI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94015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DISTRO · DISTRO.SUEDEAI.AI · INDEPENDENT MUSIC DISTRIBUTION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for a way out of the distributor tax.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distributors bundle percentage cuts, per-release fees and upsells, and the artist still owns nothing more than a login. The search demand tells the story: people are looking for the service and looking for the alternative in the same breath.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cuts on top of subscriptions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and splits handled nowhere, or by email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checklists learned the hard way, release by release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92240" y="1828800"/>
          <a:ext cx="50749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92240" y="5669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Keywords Everywhere and DataForSEO, pulled 2026-09-05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DISTRO · DISTRO.SUEDEAI.AI · INDEPENDENT MUSIC DISTRIBUTION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WHAT IT IS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only, done properly, one flat price.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84778" cy="2331720"/>
          </a:xfrm>
          <a:prstGeom prst="roundRect">
            <a:avLst>
              <a:gd name="adj" fmla="val 4706"/>
            </a:avLst>
          </a:prstGeom>
          <a:solidFill>
            <a:srgbClr val="0F1F1A"/>
          </a:solidFill>
          <a:ln w="9525">
            <a:solidFill>
              <a:srgbClr val="2440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2084832"/>
            <a:ext cx="2972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INTAKE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95728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intake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87142"/>
            <a:ext cx="2972714" cy="117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release, the artwork and the metadata once. Suede checks readiness before anything ships.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53458" y="1828800"/>
            <a:ext cx="3484778" cy="2331720"/>
          </a:xfrm>
          <a:prstGeom prst="roundRect">
            <a:avLst>
              <a:gd name="adj" fmla="val 4706"/>
            </a:avLst>
          </a:prstGeom>
          <a:solidFill>
            <a:srgbClr val="0F1F1A"/>
          </a:solidFill>
          <a:ln w="9525">
            <a:solidFill>
              <a:srgbClr val="2440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09490" y="2084832"/>
            <a:ext cx="2972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609490" y="2395728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coordination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9490" y="2787142"/>
            <a:ext cx="2972714" cy="117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Spotify, Apple Music and 100+ DSPs through supported distribution partners. Coverage and eligibility vary by store.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6837" y="1828800"/>
            <a:ext cx="3484778" cy="2331720"/>
          </a:xfrm>
          <a:prstGeom prst="roundRect">
            <a:avLst>
              <a:gd name="adj" fmla="val 4706"/>
            </a:avLst>
          </a:prstGeom>
          <a:solidFill>
            <a:srgbClr val="0F1F1A"/>
          </a:solidFill>
          <a:ln w="9525">
            <a:solidFill>
              <a:srgbClr val="2440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22869" y="2084832"/>
            <a:ext cx="2972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322869" y="2395728"/>
            <a:ext cx="2972714" cy="31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Royalty-aware splits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2869" y="2787142"/>
            <a:ext cx="2972714" cy="1172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and percentages recorded up front, so the money knows where to go when it arrives.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10911535" cy="1591056"/>
          </a:xfrm>
          <a:prstGeom prst="roundRect">
            <a:avLst>
              <a:gd name="adj" fmla="val 6897"/>
            </a:avLst>
          </a:prstGeom>
          <a:solidFill>
            <a:srgbClr val="06110E"/>
          </a:solidFill>
          <a:ln w="9525">
            <a:solidFill>
              <a:srgbClr val="1E353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4599432"/>
            <a:ext cx="10362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SCOPE, STATED PLAINLY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4937760"/>
            <a:ext cx="10362895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029200"/>
            <a:ext cx="61262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administration and sync licensing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32137" y="5029200"/>
            <a:ext cx="41451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included · by design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4400" y="5413248"/>
            <a:ext cx="10362895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504688"/>
            <a:ext cx="612629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ownership and royalty share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137" y="5504688"/>
            <a:ext cx="41451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 · 100%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DISTRO · DISTRO.SUEDEAI.AI · INDEPENDENT MUSIC DISTRIBUTION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HOW A RELEASE MOVES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Prepare. Check. Deliver. Track.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231136"/>
            <a:ext cx="10362895" cy="0"/>
          </a:xfrm>
          <a:prstGeom prst="line">
            <a:avLst/>
          </a:prstGeom>
          <a:noFill/>
          <a:ln w="9525">
            <a:solidFill>
              <a:srgbClr val="244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252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audio and timing gathered against the store checklists. The Spotify guide spells out each requirement.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6544" y="2011680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6544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36544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36544" y="3017520"/>
            <a:ext cx="252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Release-readiness planning catches the missing ISRC, the wrong sample rate or the too-late release date before a store rejects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3008" y="2011680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00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3017520"/>
            <a:ext cx="252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coordinated through supported partners to Spotify, Apple Music and 100+ DSPs.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9471" y="2011680"/>
            <a:ext cx="438912" cy="43891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29471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14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29471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29471" y="3017520"/>
            <a:ext cx="2522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record, contact by email, and a path to the Suede IP Registry for the rights the distributor never handled.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 distro.suedeai.ai/how-to-upload-music-to-spotify · Spotify metadata requirements · audio file requirements · timing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DISTRO · DISTRO.SUEDEAI.AI · INDEPENDENT MUSIC DISTRIBUTION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RIGHTS GAP, CLOSED NEXT DOOR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5156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 moves. The registry proves who made it.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 deliberately leaves rights workflow out of scope, and points at the estate surface built for it. Suede Studio Music keeps the master and 100% of royalties while an idea is being sketched; the Suede IP Registry files the creator claim, the fingerprint, the contributor record and a public timestamp for about a cent in gas.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2240280"/>
            <a:ext cx="2331720" cy="2651760"/>
          </a:xfrm>
          <a:prstGeom prst="roundRect">
            <a:avLst>
              <a:gd name="adj" fmla="val 4706"/>
            </a:avLst>
          </a:prstGeom>
          <a:solidFill>
            <a:srgbClr val="0F1F1A"/>
          </a:solidFill>
          <a:ln w="9525">
            <a:solidFill>
              <a:srgbClr val="2440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14032" y="249631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STUDIO.SUEDEAI.AI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2807208"/>
            <a:ext cx="1819656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master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14032" y="3183128"/>
            <a:ext cx="1819656" cy="150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ideas, remix directions, export stems, keep the masters. Standalone Distro is $7.99/mo when a track is ready.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90888" y="2240280"/>
            <a:ext cx="2331720" cy="2651760"/>
          </a:xfrm>
          <a:prstGeom prst="roundRect">
            <a:avLst>
              <a:gd name="adj" fmla="val 4706"/>
            </a:avLst>
          </a:prstGeom>
          <a:solidFill>
            <a:srgbClr val="0F1F1A"/>
          </a:solidFill>
          <a:ln w="9525">
            <a:solidFill>
              <a:srgbClr val="2440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46920" y="249631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IP.SUEDEAI.AI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2807208"/>
            <a:ext cx="1819656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work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46920" y="3183128"/>
            <a:ext cx="1819656" cy="150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Wallet-signed claim, exact-file fingerprint, contributor record, public timestamp on Base and Avalanche.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20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→ Prove → Launch → Earn. Distro is the Launch stage.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DISTRO · DISTRO.SUEDEAI.AI · INDEPENDENT MUSIC DISTRIBUTION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PRICING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40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number. No percentage. No per-release fee.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4937760" cy="3749040"/>
          </a:xfrm>
          <a:prstGeom prst="roundRect">
            <a:avLst>
              <a:gd name="adj" fmla="val 2927"/>
            </a:avLst>
          </a:prstGeom>
          <a:solidFill>
            <a:srgbClr val="0E2A22"/>
          </a:solidFill>
          <a:ln w="9525">
            <a:solidFill>
              <a:srgbClr val="24403A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103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DISTRO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77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$7.99 / month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37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intake and readiness planning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coordination to Spotify, Apple Music and 100+ DSPs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Royalty-aware splits on record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and royalties stay yours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any time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874520"/>
            <a:ext cx="5532120" cy="3291840"/>
          </a:xfrm>
          <a:prstGeom prst="roundRect">
            <a:avLst>
              <a:gd name="adj" fmla="val 3333"/>
            </a:avLst>
          </a:prstGeom>
          <a:solidFill>
            <a:srgbClr val="06110E"/>
          </a:solidFill>
          <a:ln w="9525">
            <a:solidFill>
              <a:srgbClr val="1E353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2039112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FINE PRINT, IN THE OPEN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498348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of your royalties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01100" y="2468880"/>
            <a:ext cx="249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2907792"/>
            <a:ext cx="498348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999232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Per-release fee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01100" y="2999232"/>
            <a:ext cx="249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09360" y="3438144"/>
            <a:ext cx="498348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529584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admin, sync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01100" y="3529584"/>
            <a:ext cx="249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included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3968496"/>
            <a:ext cx="498348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4059936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coverage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01100" y="4059936"/>
            <a:ext cx="249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varies by partner and eligibility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4498848"/>
            <a:ext cx="498348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4590288"/>
            <a:ext cx="2400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801100" y="4590288"/>
            <a:ext cx="249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distro.suedeai.ai/contact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IT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86000"/>
            <a:ext cx="6035040" cy="140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when the track is.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6036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release. Suede checks it, delivers it, and keeps the splits on record.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71055" y="2011680"/>
            <a:ext cx="4480560" cy="2761488"/>
          </a:xfrm>
          <a:prstGeom prst="roundRect">
            <a:avLst>
              <a:gd name="adj" fmla="val 3974"/>
            </a:avLst>
          </a:prstGeom>
          <a:solidFill>
            <a:srgbClr val="06110E"/>
          </a:solidFill>
          <a:ln w="9525">
            <a:solidFill>
              <a:srgbClr val="1E353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45375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LINE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45375" y="2514600"/>
            <a:ext cx="393192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45375" y="2606040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60866" y="2606040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distro.suedeai.ai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45375" y="3044952"/>
            <a:ext cx="393192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45375" y="3136392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checklist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60866" y="3136392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/how-to-upload-music-to-spotify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45375" y="3575304"/>
            <a:ext cx="393192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45375" y="3666744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distribution?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60866" y="3666744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/free-music-distribution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45375" y="4105656"/>
            <a:ext cx="3931920" cy="0"/>
          </a:xfrm>
          <a:prstGeom prst="line">
            <a:avLst/>
          </a:prstGeom>
          <a:noFill/>
          <a:ln w="9525">
            <a:solidFill>
              <a:srgbClr val="1E353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5375" y="4197096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60866" y="4197096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2440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DISTRO.SUEDEAI.AI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065215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spc="100" kern="0" dirty="0">
                <a:solidFill>
                  <a:srgbClr val="B9CC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Jason Colapietro, Founder &amp; CEO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Suede Labs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Suede Distro — Independent music distribution, $7.99/mo</dc:title>
  <dc:subject>PptxGenJS Presentation</dc:subject>
  <dc:creator>Suede Labs AI</dc:creator>
  <cp:lastModifiedBy>Suede Labs AI</cp:lastModifiedBy>
  <cp:revision>1</cp:revision>
  <dcterms:created xsi:type="dcterms:W3CDTF">2026-09-09T01:41:13Z</dcterms:created>
  <dcterms:modified xsi:type="dcterms:W3CDTF">2026-09-09T01:41:13Z</dcterms:modified>
</cp:coreProperties>
</file>